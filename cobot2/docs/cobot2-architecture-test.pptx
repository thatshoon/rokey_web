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3352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45720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8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cobot2 web 아키텍처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 명령 → 로봇 시퀀스 변환 시스템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2026-05-11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프로세스 구조 &amp; ROS 토픽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13232"/>
            <a:ext cx="5486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406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91440" cy="5120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프로세스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 (부모)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:8001 · /ws/client · /tts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 구독 노드 (ui_bridge)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wakeup_worker (자식 spawn)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마이크 캡처 · 호출어 감지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Whisper STT · GPT 정제 · ROS 발행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280160"/>
            <a:ext cx="54406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280160"/>
            <a:ext cx="91440" cy="5120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5087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토픽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9672" y="2194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/wakeup_status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2560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호출어 감지 이벤트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9672" y="3200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/stt_result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35661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Whisper raw 발화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4206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/voice_command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45720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액션 sequence (state_manager 소비)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9672" y="5212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/voice_reply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9672" y="5577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 reply (TTS 대상)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wakeup_worker 6단계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13232"/>
            <a:ext cx="5486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openwakeword (ONNX)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wassup_homie 호출어 감지 · threshold 0.3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60020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726680" y="1554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PyAudio 녹음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2668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5s · 무음 1s 종료 · 최대 10s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33756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920240" y="32918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Whisper STT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37947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 whisper-1 · language=ko 고정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0175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333756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726680" y="32918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GPT-4o command parser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26680" y="37947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발화 → {sequence, reply} JSON 추출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07492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920240" y="5029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 발행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20240" y="55321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/stt_result · /voice_command · /voice_reply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47548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507492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726680" y="5029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버퍼 drain + model.reset()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26680" y="55321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응답 중 누적 음성 폐기 → 재트리거 방지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2026-05-11T03:37:07Z</dcterms:created>
  <dcterms:modified xsi:type="dcterms:W3CDTF">2026-05-11T03:37:07Z</dcterms:modified>
</cp:coreProperties>
</file>